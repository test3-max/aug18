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66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92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0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0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1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024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0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02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550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29763D-E990-40A4-BC4C-9F9716E9A982}" type="datetimeFigureOut">
              <a:rPr lang="en-US" smtClean="0"/>
              <a:t>9/13/2013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B1173-C0FA-414B-AEC0-F8A81C600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42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86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061657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A87B809833D44FB6ECA14ADAB7A96B" ma:contentTypeVersion="0" ma:contentTypeDescription="Create a new document." ma:contentTypeScope="" ma:versionID="fb65373c008674ba5ac1f728130fe00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4c253e225e126ef5770680daa5942c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0CB15B-1839-439C-83A5-1CC7F5334F46}"/>
</file>

<file path=customXml/itemProps2.xml><?xml version="1.0" encoding="utf-8"?>
<ds:datastoreItem xmlns:ds="http://schemas.openxmlformats.org/officeDocument/2006/customXml" ds:itemID="{A9F62387-070A-4F94-B845-E5303AF598BE}"/>
</file>

<file path=customXml/itemProps3.xml><?xml version="1.0" encoding="utf-8"?>
<ds:datastoreItem xmlns:ds="http://schemas.openxmlformats.org/officeDocument/2006/customXml" ds:itemID="{892F80C2-9E8B-4F91-BDAE-B6E8F08B951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Alonzo Harris</dc:creator>
  <cp:lastModifiedBy>Alonzo Harris</cp:lastModifiedBy>
  <cp:revision>1</cp:revision>
  <dcterms:created xsi:type="dcterms:W3CDTF">2013-09-13T12:55:16Z</dcterms:created>
  <dcterms:modified xsi:type="dcterms:W3CDTF">2013-09-13T12:55:55Z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0x0101003AA87B809833D44FB6ECA14ADAB7A96B</vt:lpwstr>
  </property>
  <property fmtid="{D5CDD505-2E9C-101B-9397-08002B2CF9AE}" pid="3" name="IsMyDocuments">
    <vt:bool>true</vt:bool>
  </property>
</Properties>
</file>